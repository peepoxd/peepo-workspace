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9B4FF"/>
    <a:srgbClr val="3399FF"/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16A3B-1312-F44B-CDC3-D4645E982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14505-7A6E-FAD2-877F-63B3CE184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95717-D455-B7B2-06F0-591FD0D7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06E19-9445-FA33-B25F-5AE3689F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B7C70-256E-8897-E910-D95CF14D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23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0E24-5362-F274-23E0-DCDBBF84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0EC34-B3E5-E844-B074-A681DBB74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7B644-2E8B-ADEB-67A0-ED2AE220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4D950-C4D0-069A-EE6A-5C798FDE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481E7-6AF9-9177-4B7B-71C62187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9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2E68-DC5C-761E-0478-B7C17F81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9C7F7-98E9-7B2E-0A9A-C35A560CE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8933D-1F19-CDE9-D7A9-2280CC4C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61C1C-F9E4-9376-90A6-5F6E704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725BC-90F2-0165-00FD-3CA83ED9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70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583D-F440-8185-66B2-C92A719F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48DFD-1ABD-184F-DB74-D51669EBE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ED689-9B13-9E25-4CEF-D5A28D458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800F0-87D0-120A-C968-8A114E71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7A9B6-E455-370F-1F89-99216C30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28763-A663-9D44-B7F5-31BC139E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35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A46A-4F1A-B5A7-5B60-6FB0B712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E520E-080C-525F-2B6D-EEF31126A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27089-DDB1-1B08-C239-E49BF8D1E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05270-6CFA-CBC1-0E83-CDA34226A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7CFB97-5930-9194-BFA9-ACCB168F7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B093C-46A3-467D-344C-42EAAF07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9536C3-280B-EEA5-ED1B-837D1719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36283-1464-E4BE-BCC0-65F49828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5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AB07-2837-565F-EED9-EB2472EE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C7902-2A9A-A62A-3A7D-2EB0D595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E770B9-BB91-7481-2A52-AE003B653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6C3F6-07CB-1114-3AA0-E3E7EE2B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5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A08D1B-C0D4-67C8-2A2A-15AD6545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BF870D-3ACA-B04E-77A9-19964F5F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DFA3-7EF7-353E-539F-2123A92D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34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30AA-3E89-EF05-8BB6-486C880C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57307-D5DF-2A8F-847B-A17E89CBA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3E9C2-4526-5759-FCAF-767CDCD69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30CB6-D1A9-0C64-326A-0751C02B9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6C80F-7C1B-D23D-F710-3C1D9147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1DC5-D78B-219A-DDAA-0FD5CD25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92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B490-8D24-9C55-2723-E3F3C768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B43A7-8CA7-4C84-53C6-3E7296F32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BA474-D280-6F08-8215-C3F627830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D59F9-6954-3E7A-8B9E-1C771B3D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8318C-E04F-BA2C-10F2-3AFCBEF1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5B1B2-0431-988E-9562-AF9F376B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2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F2F8-5FFF-8BB3-93B2-0D6641F6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1FFAA-23DF-19C9-7B02-F39B0CC6A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63DA5-DE31-77C6-E930-7CEDBBE4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6094E-1151-1E85-1906-0DE9240A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F04A1-9565-C7CF-049F-67D9B10B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1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71121-8978-76CB-F04F-22DAA10FF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16C23-6385-09D2-6394-AE3D3C391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300DB-FF68-82C8-D9CA-79B8B8B93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2B70D-192F-AA70-CF45-F62117278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5B464-B0D5-AD3A-3AAD-CB43AA2D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AF014-E644-FE50-20D6-D5B67DBA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17DE9-4E90-4A46-921D-87850237B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54635-AC64-F004-509F-17612329F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F10F4-9598-4D2C-93A7-49514C4FE41D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8F094-2D40-100C-6CD3-DFB2FD134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22909-FAEC-A50C-0227-BB5E1D486D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66B65-DF2F-40FF-9ABD-0F46C2922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6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2E008C-5151-C90B-3AF5-8DD2872C2B19}"/>
              </a:ext>
            </a:extLst>
          </p:cNvPr>
          <p:cNvSpPr/>
          <p:nvPr/>
        </p:nvSpPr>
        <p:spPr>
          <a:xfrm>
            <a:off x="0" y="394499"/>
            <a:ext cx="1551954" cy="6463498"/>
          </a:xfrm>
          <a:prstGeom prst="rect">
            <a:avLst/>
          </a:prstGeom>
          <a:solidFill>
            <a:schemeClr val="accent4">
              <a:alpha val="62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01A65-29DE-FC39-1EA2-F365FB7D9BE4}"/>
              </a:ext>
            </a:extLst>
          </p:cNvPr>
          <p:cNvSpPr txBox="1"/>
          <p:nvPr/>
        </p:nvSpPr>
        <p:spPr>
          <a:xfrm>
            <a:off x="25167" y="-25167"/>
            <a:ext cx="4351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PCS OVERVIEW FLOW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FC9B75-39BD-A909-92B5-6ABD6FFE1242}"/>
              </a:ext>
            </a:extLst>
          </p:cNvPr>
          <p:cNvCxnSpPr>
            <a:cxnSpLocks/>
          </p:cNvCxnSpPr>
          <p:nvPr/>
        </p:nvCxnSpPr>
        <p:spPr>
          <a:xfrm>
            <a:off x="0" y="394499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A4ED8C33-6B4B-8F52-EBD2-EF1BB0777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7" y="394499"/>
            <a:ext cx="721236" cy="7212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BA7650-2932-67CF-6594-FD61F7C1A83D}"/>
              </a:ext>
            </a:extLst>
          </p:cNvPr>
          <p:cNvSpPr txBox="1"/>
          <p:nvPr/>
        </p:nvSpPr>
        <p:spPr>
          <a:xfrm>
            <a:off x="0" y="968731"/>
            <a:ext cx="155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ED8FDD-A951-2E52-4A61-0B23DC5C9647}"/>
              </a:ext>
            </a:extLst>
          </p:cNvPr>
          <p:cNvCxnSpPr>
            <a:cxnSpLocks/>
          </p:cNvCxnSpPr>
          <p:nvPr/>
        </p:nvCxnSpPr>
        <p:spPr>
          <a:xfrm>
            <a:off x="1551962" y="394499"/>
            <a:ext cx="0" cy="6463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BCD51A7-E391-286E-2066-73DF3BFACE12}"/>
              </a:ext>
            </a:extLst>
          </p:cNvPr>
          <p:cNvSpPr/>
          <p:nvPr/>
        </p:nvSpPr>
        <p:spPr>
          <a:xfrm>
            <a:off x="1570615" y="399167"/>
            <a:ext cx="1728773" cy="6463498"/>
          </a:xfrm>
          <a:prstGeom prst="rect">
            <a:avLst/>
          </a:prstGeom>
          <a:solidFill>
            <a:srgbClr val="FF99FF">
              <a:alpha val="6196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6CC47895-EB8C-41E2-9CB7-1E617F279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677" y="398220"/>
            <a:ext cx="721236" cy="7212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35059D-5502-179D-5AD4-2503B4CA4A2A}"/>
              </a:ext>
            </a:extLst>
          </p:cNvPr>
          <p:cNvSpPr txBox="1"/>
          <p:nvPr/>
        </p:nvSpPr>
        <p:spPr>
          <a:xfrm>
            <a:off x="1570616" y="973399"/>
            <a:ext cx="174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B93DC6-28B2-FA18-A748-A0AAF9C8C8AE}"/>
              </a:ext>
            </a:extLst>
          </p:cNvPr>
          <p:cNvCxnSpPr>
            <a:cxnSpLocks/>
          </p:cNvCxnSpPr>
          <p:nvPr/>
        </p:nvCxnSpPr>
        <p:spPr>
          <a:xfrm>
            <a:off x="3310214" y="398220"/>
            <a:ext cx="0" cy="6463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708364A-8D6B-6E4E-A14E-F788B22F8415}"/>
              </a:ext>
            </a:extLst>
          </p:cNvPr>
          <p:cNvSpPr/>
          <p:nvPr/>
        </p:nvSpPr>
        <p:spPr>
          <a:xfrm>
            <a:off x="3326714" y="414512"/>
            <a:ext cx="2454247" cy="6455595"/>
          </a:xfrm>
          <a:prstGeom prst="rect">
            <a:avLst/>
          </a:prstGeom>
          <a:solidFill>
            <a:schemeClr val="accent6">
              <a:lumMod val="60000"/>
              <a:lumOff val="40000"/>
              <a:alpha val="62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B28967-CC42-6104-AA9D-004AB202F554}"/>
              </a:ext>
            </a:extLst>
          </p:cNvPr>
          <p:cNvSpPr txBox="1"/>
          <p:nvPr/>
        </p:nvSpPr>
        <p:spPr>
          <a:xfrm>
            <a:off x="3318053" y="1067485"/>
            <a:ext cx="235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Production Main Line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19C5D4C-2712-F404-0545-A0B58DE96C03}"/>
              </a:ext>
            </a:extLst>
          </p:cNvPr>
          <p:cNvCxnSpPr>
            <a:cxnSpLocks/>
          </p:cNvCxnSpPr>
          <p:nvPr/>
        </p:nvCxnSpPr>
        <p:spPr>
          <a:xfrm>
            <a:off x="5771622" y="1094290"/>
            <a:ext cx="9340" cy="575904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1F880B2-93D2-CF77-1E47-80496E3BB0F1}"/>
              </a:ext>
            </a:extLst>
          </p:cNvPr>
          <p:cNvSpPr/>
          <p:nvPr/>
        </p:nvSpPr>
        <p:spPr>
          <a:xfrm>
            <a:off x="5778972" y="406610"/>
            <a:ext cx="2513425" cy="6463498"/>
          </a:xfrm>
          <a:prstGeom prst="rect">
            <a:avLst/>
          </a:prstGeom>
          <a:solidFill>
            <a:schemeClr val="accent6">
              <a:lumMod val="60000"/>
              <a:lumOff val="40000"/>
              <a:alpha val="62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96EE88-FDCA-E438-E5BE-98FAF93ACA14}"/>
              </a:ext>
            </a:extLst>
          </p:cNvPr>
          <p:cNvSpPr txBox="1"/>
          <p:nvPr/>
        </p:nvSpPr>
        <p:spPr>
          <a:xfrm>
            <a:off x="5606766" y="1067485"/>
            <a:ext cx="2694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Production Sub Line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191503-6096-A1A8-28B1-13E20F18780C}"/>
              </a:ext>
            </a:extLst>
          </p:cNvPr>
          <p:cNvCxnSpPr>
            <a:cxnSpLocks/>
          </p:cNvCxnSpPr>
          <p:nvPr/>
        </p:nvCxnSpPr>
        <p:spPr>
          <a:xfrm>
            <a:off x="8292397" y="389832"/>
            <a:ext cx="0" cy="6463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DA15A05-4C47-95F9-7E2A-3D59EA97E525}"/>
              </a:ext>
            </a:extLst>
          </p:cNvPr>
          <p:cNvSpPr/>
          <p:nvPr/>
        </p:nvSpPr>
        <p:spPr>
          <a:xfrm>
            <a:off x="8306364" y="406610"/>
            <a:ext cx="2315004" cy="6463498"/>
          </a:xfrm>
          <a:prstGeom prst="rect">
            <a:avLst/>
          </a:prstGeom>
          <a:solidFill>
            <a:srgbClr val="00B0F0">
              <a:alpha val="62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CC23732A-13F2-6527-C450-67020DADD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565" y="398220"/>
            <a:ext cx="721236" cy="72123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AE5CE18-2E5D-1D0C-B78B-120D7DABF791}"/>
              </a:ext>
            </a:extLst>
          </p:cNvPr>
          <p:cNvSpPr txBox="1"/>
          <p:nvPr/>
        </p:nvSpPr>
        <p:spPr>
          <a:xfrm>
            <a:off x="8283057" y="980842"/>
            <a:ext cx="2338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Purchase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783A12E-3D5B-0A20-40F6-8C9A8977C56D}"/>
              </a:ext>
            </a:extLst>
          </p:cNvPr>
          <p:cNvCxnSpPr>
            <a:cxnSpLocks/>
          </p:cNvCxnSpPr>
          <p:nvPr/>
        </p:nvCxnSpPr>
        <p:spPr>
          <a:xfrm>
            <a:off x="10621375" y="406610"/>
            <a:ext cx="0" cy="6463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0791A8A-277F-7BC0-437F-0A00F75C0B92}"/>
              </a:ext>
            </a:extLst>
          </p:cNvPr>
          <p:cNvSpPr/>
          <p:nvPr/>
        </p:nvSpPr>
        <p:spPr>
          <a:xfrm>
            <a:off x="10640038" y="406610"/>
            <a:ext cx="1551954" cy="6463498"/>
          </a:xfrm>
          <a:prstGeom prst="rect">
            <a:avLst/>
          </a:prstGeom>
          <a:solidFill>
            <a:srgbClr val="FF6600">
              <a:alpha val="61961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42F53F-0E5A-3154-9141-0342CA3EC9F1}"/>
              </a:ext>
            </a:extLst>
          </p:cNvPr>
          <p:cNvSpPr txBox="1"/>
          <p:nvPr/>
        </p:nvSpPr>
        <p:spPr>
          <a:xfrm>
            <a:off x="10640038" y="964064"/>
            <a:ext cx="155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Supplier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BEF711-9F12-D7F9-D8D4-ACBCF451EAB3}"/>
              </a:ext>
            </a:extLst>
          </p:cNvPr>
          <p:cNvCxnSpPr>
            <a:cxnSpLocks/>
          </p:cNvCxnSpPr>
          <p:nvPr/>
        </p:nvCxnSpPr>
        <p:spPr>
          <a:xfrm>
            <a:off x="12192000" y="389832"/>
            <a:ext cx="0" cy="6463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Picture 3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6220C899-9882-D662-FE40-EAC24EBB1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274" y="354292"/>
            <a:ext cx="756776" cy="756776"/>
          </a:xfrm>
          <a:prstGeom prst="rect">
            <a:avLst/>
          </a:prstGeom>
        </p:spPr>
      </p:pic>
      <p:pic>
        <p:nvPicPr>
          <p:cNvPr id="41" name="Picture 40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2DAB86FB-AF9B-3109-47BF-71227B764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617" y="442403"/>
            <a:ext cx="607306" cy="607306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4E38233-1CDB-8749-0D5C-FC5226235557}"/>
              </a:ext>
            </a:extLst>
          </p:cNvPr>
          <p:cNvCxnSpPr>
            <a:cxnSpLocks/>
          </p:cNvCxnSpPr>
          <p:nvPr/>
        </p:nvCxnSpPr>
        <p:spPr>
          <a:xfrm>
            <a:off x="3310214" y="1067485"/>
            <a:ext cx="4972843" cy="1103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E610741-13B1-DDE2-F15C-22A530C14336}"/>
              </a:ext>
            </a:extLst>
          </p:cNvPr>
          <p:cNvSpPr/>
          <p:nvPr/>
        </p:nvSpPr>
        <p:spPr>
          <a:xfrm>
            <a:off x="100668" y="1333396"/>
            <a:ext cx="1317071" cy="4282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Order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6AD738C-D093-A6A4-EDEE-60184BE9FFF2}"/>
              </a:ext>
            </a:extLst>
          </p:cNvPr>
          <p:cNvSpPr/>
          <p:nvPr/>
        </p:nvSpPr>
        <p:spPr>
          <a:xfrm>
            <a:off x="1662877" y="1333396"/>
            <a:ext cx="1577026" cy="6592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Import Order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(RO)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70EDE66-0C2A-2AA0-9529-518E8A147C32}"/>
              </a:ext>
            </a:extLst>
          </p:cNvPr>
          <p:cNvSpPr/>
          <p:nvPr/>
        </p:nvSpPr>
        <p:spPr>
          <a:xfrm>
            <a:off x="1665754" y="2118779"/>
            <a:ext cx="1549146" cy="48285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Delivery Note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A7D4985-E53D-722A-F0D2-D9B9323C3E86}"/>
              </a:ext>
            </a:extLst>
          </p:cNvPr>
          <p:cNvSpPr/>
          <p:nvPr/>
        </p:nvSpPr>
        <p:spPr>
          <a:xfrm>
            <a:off x="1675260" y="2715380"/>
            <a:ext cx="1549146" cy="6421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 Shipment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31AEAA9-AACA-433B-57FA-C1DDEAB3C935}"/>
              </a:ext>
            </a:extLst>
          </p:cNvPr>
          <p:cNvSpPr/>
          <p:nvPr/>
        </p:nvSpPr>
        <p:spPr>
          <a:xfrm>
            <a:off x="8488440" y="1333396"/>
            <a:ext cx="2015516" cy="4282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MRP Purchase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B09513E-523F-831C-A039-CDD5A2889DC3}"/>
              </a:ext>
            </a:extLst>
          </p:cNvPr>
          <p:cNvSpPr/>
          <p:nvPr/>
        </p:nvSpPr>
        <p:spPr>
          <a:xfrm>
            <a:off x="3417859" y="1717842"/>
            <a:ext cx="4723649" cy="41913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MRP Production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D9ACE74-0176-3BA5-0783-125E66342CBF}"/>
              </a:ext>
            </a:extLst>
          </p:cNvPr>
          <p:cNvSpPr/>
          <p:nvPr/>
        </p:nvSpPr>
        <p:spPr>
          <a:xfrm>
            <a:off x="8475838" y="1876934"/>
            <a:ext cx="2015516" cy="4282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Purchase Plan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D35AED4-7BFD-CF4E-E0E3-A888F2C3C802}"/>
              </a:ext>
            </a:extLst>
          </p:cNvPr>
          <p:cNvSpPr/>
          <p:nvPr/>
        </p:nvSpPr>
        <p:spPr>
          <a:xfrm>
            <a:off x="8488440" y="2453256"/>
            <a:ext cx="2015516" cy="6284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Purchase Request (PR)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0800731-15A3-DF32-23A2-2B262B72AD70}"/>
              </a:ext>
            </a:extLst>
          </p:cNvPr>
          <p:cNvSpPr/>
          <p:nvPr/>
        </p:nvSpPr>
        <p:spPr>
          <a:xfrm>
            <a:off x="8500260" y="3229770"/>
            <a:ext cx="2015516" cy="6284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Purchase Request (PO)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B1EE935-9F70-70F5-CBF3-86693C61034E}"/>
              </a:ext>
            </a:extLst>
          </p:cNvPr>
          <p:cNvSpPr/>
          <p:nvPr/>
        </p:nvSpPr>
        <p:spPr>
          <a:xfrm>
            <a:off x="8506515" y="4033198"/>
            <a:ext cx="2015516" cy="6284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Purchase Received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4402758-1707-D2F1-4CC5-3DB00AF9D7E2}"/>
              </a:ext>
            </a:extLst>
          </p:cNvPr>
          <p:cNvSpPr/>
          <p:nvPr/>
        </p:nvSpPr>
        <p:spPr>
          <a:xfrm>
            <a:off x="10786709" y="3240654"/>
            <a:ext cx="1321125" cy="14887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Purchase Tag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2" name="Picture 61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9B0E544E-06A2-15CA-811D-39FC455453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11813" y="3858254"/>
            <a:ext cx="938551" cy="938551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BD3D0B2-21EA-607D-F1FF-7CBEF13CD522}"/>
              </a:ext>
            </a:extLst>
          </p:cNvPr>
          <p:cNvSpPr/>
          <p:nvPr/>
        </p:nvSpPr>
        <p:spPr>
          <a:xfrm>
            <a:off x="3451336" y="2402051"/>
            <a:ext cx="4723649" cy="41913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Production Plan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1BB2B1CC-1B99-0E87-3AC7-B388DEF9C778}"/>
              </a:ext>
            </a:extLst>
          </p:cNvPr>
          <p:cNvSpPr/>
          <p:nvPr/>
        </p:nvSpPr>
        <p:spPr>
          <a:xfrm>
            <a:off x="3541095" y="3240654"/>
            <a:ext cx="1968694" cy="68856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Work Order / Inspection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261A2ED-F826-18C0-D169-61F368118885}"/>
              </a:ext>
            </a:extLst>
          </p:cNvPr>
          <p:cNvSpPr/>
          <p:nvPr/>
        </p:nvSpPr>
        <p:spPr>
          <a:xfrm>
            <a:off x="6020663" y="3242074"/>
            <a:ext cx="1884195" cy="68856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Production Tag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4FB07B2-0F3D-8E25-9F71-03B50D8B1476}"/>
              </a:ext>
            </a:extLst>
          </p:cNvPr>
          <p:cNvSpPr/>
          <p:nvPr/>
        </p:nvSpPr>
        <p:spPr>
          <a:xfrm>
            <a:off x="3434238" y="4253839"/>
            <a:ext cx="4723648" cy="41913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Work Result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0CACA31-741F-015D-373D-AC7C90CFFAC3}"/>
              </a:ext>
            </a:extLst>
          </p:cNvPr>
          <p:cNvSpPr/>
          <p:nvPr/>
        </p:nvSpPr>
        <p:spPr>
          <a:xfrm>
            <a:off x="-8389" y="5884600"/>
            <a:ext cx="10640029" cy="9771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ACCC305E-AECF-6554-8A85-9B496CD502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937" y="5828012"/>
            <a:ext cx="1025321" cy="1025321"/>
          </a:xfrm>
          <a:prstGeom prst="rect">
            <a:avLst/>
          </a:prstGeom>
        </p:spPr>
      </p:pic>
      <p:pic>
        <p:nvPicPr>
          <p:cNvPr id="70" name="Picture 69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7E90A0B4-66E1-A083-0BF0-986D6545C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6361" y="2533820"/>
            <a:ext cx="938551" cy="938551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FACF5CA2-BC53-DD4E-E8A1-414EAE076702}"/>
              </a:ext>
            </a:extLst>
          </p:cNvPr>
          <p:cNvSpPr/>
          <p:nvPr/>
        </p:nvSpPr>
        <p:spPr>
          <a:xfrm>
            <a:off x="2497242" y="6180442"/>
            <a:ext cx="1458518" cy="5142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Stock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(Warehouse)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A85921F-58C7-1453-B241-EC1D9651EB03}"/>
              </a:ext>
            </a:extLst>
          </p:cNvPr>
          <p:cNvSpPr/>
          <p:nvPr/>
        </p:nvSpPr>
        <p:spPr>
          <a:xfrm>
            <a:off x="-8389" y="4896450"/>
            <a:ext cx="10640029" cy="977121"/>
          </a:xfrm>
          <a:prstGeom prst="rect">
            <a:avLst/>
          </a:prstGeom>
          <a:solidFill>
            <a:srgbClr val="69B4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065547B-5930-D34F-10EF-9A9B292DA59E}"/>
              </a:ext>
            </a:extLst>
          </p:cNvPr>
          <p:cNvSpPr/>
          <p:nvPr/>
        </p:nvSpPr>
        <p:spPr>
          <a:xfrm>
            <a:off x="2227235" y="5136640"/>
            <a:ext cx="1166120" cy="5142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Handy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E821777-A8B3-F28A-E726-1A79E5BFF80A}"/>
              </a:ext>
            </a:extLst>
          </p:cNvPr>
          <p:cNvGrpSpPr/>
          <p:nvPr/>
        </p:nvGrpSpPr>
        <p:grpSpPr>
          <a:xfrm>
            <a:off x="1919555" y="5089152"/>
            <a:ext cx="450839" cy="586470"/>
            <a:chOff x="2648554" y="4867781"/>
            <a:chExt cx="450839" cy="586470"/>
          </a:xfrm>
        </p:grpSpPr>
        <p:pic>
          <p:nvPicPr>
            <p:cNvPr id="77" name="Picture 76" descr="A picture containing black, darkness&#10;&#10;Description automatically generated">
              <a:extLst>
                <a:ext uri="{FF2B5EF4-FFF2-40B4-BE49-F238E27FC236}">
                  <a16:creationId xmlns:a16="http://schemas.microsoft.com/office/drawing/2014/main" id="{BE6B07BC-5818-9124-B9FA-865D7D033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8554" y="4867781"/>
              <a:ext cx="450839" cy="450839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75B2702-B7E3-7F22-CB20-AC29F14E16E0}"/>
                </a:ext>
              </a:extLst>
            </p:cNvPr>
            <p:cNvSpPr/>
            <p:nvPr/>
          </p:nvSpPr>
          <p:spPr>
            <a:xfrm>
              <a:off x="2792676" y="5240130"/>
              <a:ext cx="154480" cy="21412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02C0F4C-8185-34EB-1BA1-5298117DA924}"/>
              </a:ext>
            </a:extLst>
          </p:cNvPr>
          <p:cNvSpPr/>
          <p:nvPr/>
        </p:nvSpPr>
        <p:spPr>
          <a:xfrm>
            <a:off x="3355359" y="5032062"/>
            <a:ext cx="2251407" cy="68856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Production Result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(+) FG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8C75C7AD-A0FE-575A-FE57-1A75581CD87F}"/>
              </a:ext>
            </a:extLst>
          </p:cNvPr>
          <p:cNvSpPr/>
          <p:nvPr/>
        </p:nvSpPr>
        <p:spPr>
          <a:xfrm>
            <a:off x="5820903" y="5045962"/>
            <a:ext cx="2251407" cy="68856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Production Result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(-) Material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764FD77F-78D9-6780-B55B-90EA8917D494}"/>
              </a:ext>
            </a:extLst>
          </p:cNvPr>
          <p:cNvSpPr/>
          <p:nvPr/>
        </p:nvSpPr>
        <p:spPr>
          <a:xfrm>
            <a:off x="8385137" y="5018906"/>
            <a:ext cx="2130639" cy="7202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Purchase Received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(+) Material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AEB0D1D-B80C-207F-B571-29B021529DAD}"/>
              </a:ext>
            </a:extLst>
          </p:cNvPr>
          <p:cNvSpPr/>
          <p:nvPr/>
        </p:nvSpPr>
        <p:spPr>
          <a:xfrm>
            <a:off x="51898" y="5024473"/>
            <a:ext cx="1892639" cy="7202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Shipment Result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(-) FG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55F1FE9-7CC0-C471-8142-62CB568A8683}"/>
              </a:ext>
            </a:extLst>
          </p:cNvPr>
          <p:cNvSpPr/>
          <p:nvPr/>
        </p:nvSpPr>
        <p:spPr>
          <a:xfrm>
            <a:off x="203221" y="6133959"/>
            <a:ext cx="1317071" cy="4282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Stock OUT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5F98AA3-1510-5492-E001-899C7EC7847B}"/>
              </a:ext>
            </a:extLst>
          </p:cNvPr>
          <p:cNvSpPr/>
          <p:nvPr/>
        </p:nvSpPr>
        <p:spPr>
          <a:xfrm>
            <a:off x="3931591" y="6169413"/>
            <a:ext cx="1317071" cy="4282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Stock IN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BC451B4-40F3-3D5E-AE28-DA488C9110F4}"/>
              </a:ext>
            </a:extLst>
          </p:cNvPr>
          <p:cNvSpPr/>
          <p:nvPr/>
        </p:nvSpPr>
        <p:spPr>
          <a:xfrm>
            <a:off x="6238372" y="6165429"/>
            <a:ext cx="1317071" cy="4282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Stock OUT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8AC02846-8781-4620-244A-EE6D3F2299F2}"/>
              </a:ext>
            </a:extLst>
          </p:cNvPr>
          <p:cNvSpPr/>
          <p:nvPr/>
        </p:nvSpPr>
        <p:spPr>
          <a:xfrm>
            <a:off x="8837662" y="6165429"/>
            <a:ext cx="1317071" cy="4282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Stock IN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1D6DF5B-FDB8-5D73-E83C-232E362F6F1D}"/>
              </a:ext>
            </a:extLst>
          </p:cNvPr>
          <p:cNvSpPr/>
          <p:nvPr/>
        </p:nvSpPr>
        <p:spPr>
          <a:xfrm>
            <a:off x="1649937" y="3614183"/>
            <a:ext cx="1572462" cy="6421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Delivery Sheet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D4B494FF-A5B7-43E1-B54F-4371A4F08BA9}"/>
              </a:ext>
            </a:extLst>
          </p:cNvPr>
          <p:cNvSpPr/>
          <p:nvPr/>
        </p:nvSpPr>
        <p:spPr>
          <a:xfrm>
            <a:off x="1631339" y="4353724"/>
            <a:ext cx="1572462" cy="3693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Invoice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AC6F6021-396B-B90D-2599-79E9073464CB}"/>
              </a:ext>
            </a:extLst>
          </p:cNvPr>
          <p:cNvSpPr/>
          <p:nvPr/>
        </p:nvSpPr>
        <p:spPr>
          <a:xfrm>
            <a:off x="84080" y="4116053"/>
            <a:ext cx="1401886" cy="6353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Shipment Tag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EF620C9-9241-A93F-00D8-1A6CE84773A7}"/>
              </a:ext>
            </a:extLst>
          </p:cNvPr>
          <p:cNvSpPr/>
          <p:nvPr/>
        </p:nvSpPr>
        <p:spPr>
          <a:xfrm>
            <a:off x="41522" y="3515279"/>
            <a:ext cx="3230757" cy="129972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6AB7444-6A83-8467-32B9-F7E5369177A8}"/>
              </a:ext>
            </a:extLst>
          </p:cNvPr>
          <p:cNvCxnSpPr>
            <a:cxnSpLocks/>
          </p:cNvCxnSpPr>
          <p:nvPr/>
        </p:nvCxnSpPr>
        <p:spPr>
          <a:xfrm>
            <a:off x="3157751" y="1553189"/>
            <a:ext cx="547452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9E53B4E-8B3A-C44C-BAC2-738406460215}"/>
              </a:ext>
            </a:extLst>
          </p:cNvPr>
          <p:cNvCxnSpPr>
            <a:cxnSpLocks/>
          </p:cNvCxnSpPr>
          <p:nvPr/>
        </p:nvCxnSpPr>
        <p:spPr>
          <a:xfrm>
            <a:off x="1311754" y="1578356"/>
            <a:ext cx="41707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B6CB9C5-4346-5566-5237-B41E20A57134}"/>
              </a:ext>
            </a:extLst>
          </p:cNvPr>
          <p:cNvCxnSpPr>
            <a:cxnSpLocks/>
          </p:cNvCxnSpPr>
          <p:nvPr/>
        </p:nvCxnSpPr>
        <p:spPr>
          <a:xfrm>
            <a:off x="3138515" y="1876934"/>
            <a:ext cx="41707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0EFB671-4EAE-EF6F-A645-29CF13C91B68}"/>
              </a:ext>
            </a:extLst>
          </p:cNvPr>
          <p:cNvCxnSpPr>
            <a:cxnSpLocks/>
          </p:cNvCxnSpPr>
          <p:nvPr/>
        </p:nvCxnSpPr>
        <p:spPr>
          <a:xfrm flipV="1">
            <a:off x="7985335" y="1717180"/>
            <a:ext cx="646937" cy="192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18A5F32-C4A5-FAF0-FD4B-9920125160A2}"/>
              </a:ext>
            </a:extLst>
          </p:cNvPr>
          <p:cNvCxnSpPr>
            <a:cxnSpLocks/>
          </p:cNvCxnSpPr>
          <p:nvPr/>
        </p:nvCxnSpPr>
        <p:spPr>
          <a:xfrm>
            <a:off x="10402349" y="3606499"/>
            <a:ext cx="5322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DF7ADE3-CB0E-5FA9-86DB-4ADCBA14AA33}"/>
              </a:ext>
            </a:extLst>
          </p:cNvPr>
          <p:cNvSpPr/>
          <p:nvPr/>
        </p:nvSpPr>
        <p:spPr>
          <a:xfrm>
            <a:off x="3461226" y="3095769"/>
            <a:ext cx="4688421" cy="95427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A5F965E-6D9B-9F0B-905E-7633D30B5B39}"/>
              </a:ext>
            </a:extLst>
          </p:cNvPr>
          <p:cNvCxnSpPr>
            <a:cxnSpLocks/>
          </p:cNvCxnSpPr>
          <p:nvPr/>
        </p:nvCxnSpPr>
        <p:spPr>
          <a:xfrm>
            <a:off x="2419813" y="1927707"/>
            <a:ext cx="0" cy="2964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49F8CCB-D3E0-D2F0-876E-DED27054BF01}"/>
              </a:ext>
            </a:extLst>
          </p:cNvPr>
          <p:cNvCxnSpPr>
            <a:cxnSpLocks/>
          </p:cNvCxnSpPr>
          <p:nvPr/>
        </p:nvCxnSpPr>
        <p:spPr>
          <a:xfrm>
            <a:off x="2419813" y="2533820"/>
            <a:ext cx="0" cy="2964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BE91601-4FAA-8315-C3D9-095709454415}"/>
              </a:ext>
            </a:extLst>
          </p:cNvPr>
          <p:cNvCxnSpPr>
            <a:cxnSpLocks/>
          </p:cNvCxnSpPr>
          <p:nvPr/>
        </p:nvCxnSpPr>
        <p:spPr>
          <a:xfrm>
            <a:off x="2419813" y="3307297"/>
            <a:ext cx="0" cy="2964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1E0D225-503C-4EB3-C4CE-862A47FE4EE0}"/>
              </a:ext>
            </a:extLst>
          </p:cNvPr>
          <p:cNvCxnSpPr>
            <a:cxnSpLocks/>
          </p:cNvCxnSpPr>
          <p:nvPr/>
        </p:nvCxnSpPr>
        <p:spPr>
          <a:xfrm>
            <a:off x="5775765" y="2114022"/>
            <a:ext cx="0" cy="2964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DBD4024-E99C-251E-CBF2-F85CD4D2E90B}"/>
              </a:ext>
            </a:extLst>
          </p:cNvPr>
          <p:cNvCxnSpPr>
            <a:cxnSpLocks/>
          </p:cNvCxnSpPr>
          <p:nvPr/>
        </p:nvCxnSpPr>
        <p:spPr>
          <a:xfrm>
            <a:off x="5778972" y="2799294"/>
            <a:ext cx="0" cy="2964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099FE7A-267D-B769-E7D4-B9EA6DB80E29}"/>
              </a:ext>
            </a:extLst>
          </p:cNvPr>
          <p:cNvCxnSpPr>
            <a:cxnSpLocks/>
          </p:cNvCxnSpPr>
          <p:nvPr/>
        </p:nvCxnSpPr>
        <p:spPr>
          <a:xfrm>
            <a:off x="4493292" y="4057249"/>
            <a:ext cx="0" cy="2964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0BBE1A6-C00F-5838-E30C-9BA4B00298D1}"/>
              </a:ext>
            </a:extLst>
          </p:cNvPr>
          <p:cNvCxnSpPr>
            <a:cxnSpLocks/>
          </p:cNvCxnSpPr>
          <p:nvPr/>
        </p:nvCxnSpPr>
        <p:spPr>
          <a:xfrm>
            <a:off x="4493292" y="4672976"/>
            <a:ext cx="0" cy="4636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B6C83C52-E677-4FAB-FD33-7AFD39DD6E6B}"/>
              </a:ext>
            </a:extLst>
          </p:cNvPr>
          <p:cNvCxnSpPr>
            <a:cxnSpLocks/>
          </p:cNvCxnSpPr>
          <p:nvPr/>
        </p:nvCxnSpPr>
        <p:spPr>
          <a:xfrm>
            <a:off x="4493292" y="5741383"/>
            <a:ext cx="0" cy="4636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2B3E747A-BCC6-472A-3592-8438E28498FB}"/>
              </a:ext>
            </a:extLst>
          </p:cNvPr>
          <p:cNvCxnSpPr>
            <a:cxnSpLocks/>
          </p:cNvCxnSpPr>
          <p:nvPr/>
        </p:nvCxnSpPr>
        <p:spPr>
          <a:xfrm>
            <a:off x="9476353" y="1700402"/>
            <a:ext cx="0" cy="2964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57D1904-DB10-CF44-8431-D18FD0DAB193}"/>
              </a:ext>
            </a:extLst>
          </p:cNvPr>
          <p:cNvCxnSpPr>
            <a:cxnSpLocks/>
          </p:cNvCxnSpPr>
          <p:nvPr/>
        </p:nvCxnSpPr>
        <p:spPr>
          <a:xfrm>
            <a:off x="9476353" y="2262259"/>
            <a:ext cx="0" cy="2964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3876B91B-9430-57F8-C724-1CCC255A3BD9}"/>
              </a:ext>
            </a:extLst>
          </p:cNvPr>
          <p:cNvCxnSpPr>
            <a:cxnSpLocks/>
          </p:cNvCxnSpPr>
          <p:nvPr/>
        </p:nvCxnSpPr>
        <p:spPr>
          <a:xfrm>
            <a:off x="9508100" y="3021170"/>
            <a:ext cx="0" cy="2964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08BDF55-48A3-47F5-9932-C22F634E002C}"/>
              </a:ext>
            </a:extLst>
          </p:cNvPr>
          <p:cNvCxnSpPr>
            <a:cxnSpLocks/>
          </p:cNvCxnSpPr>
          <p:nvPr/>
        </p:nvCxnSpPr>
        <p:spPr>
          <a:xfrm flipH="1">
            <a:off x="10421410" y="4355748"/>
            <a:ext cx="42045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2FC391E-E3C6-A88E-D8F3-D0E7E2C89B65}"/>
              </a:ext>
            </a:extLst>
          </p:cNvPr>
          <p:cNvCxnSpPr>
            <a:cxnSpLocks/>
          </p:cNvCxnSpPr>
          <p:nvPr/>
        </p:nvCxnSpPr>
        <p:spPr>
          <a:xfrm>
            <a:off x="9523070" y="4672976"/>
            <a:ext cx="0" cy="4161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B3B63D8-737B-A784-2E99-227995638893}"/>
              </a:ext>
            </a:extLst>
          </p:cNvPr>
          <p:cNvCxnSpPr>
            <a:cxnSpLocks/>
          </p:cNvCxnSpPr>
          <p:nvPr/>
        </p:nvCxnSpPr>
        <p:spPr>
          <a:xfrm>
            <a:off x="9534423" y="5720626"/>
            <a:ext cx="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13F585F-6C43-3B09-071C-BBDA0FEF5447}"/>
              </a:ext>
            </a:extLst>
          </p:cNvPr>
          <p:cNvCxnSpPr>
            <a:cxnSpLocks/>
          </p:cNvCxnSpPr>
          <p:nvPr/>
        </p:nvCxnSpPr>
        <p:spPr>
          <a:xfrm flipH="1" flipV="1">
            <a:off x="6948727" y="5734526"/>
            <a:ext cx="10107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5DF0741-E7D3-C35A-B167-519DB5410D60}"/>
              </a:ext>
            </a:extLst>
          </p:cNvPr>
          <p:cNvCxnSpPr>
            <a:cxnSpLocks/>
          </p:cNvCxnSpPr>
          <p:nvPr/>
        </p:nvCxnSpPr>
        <p:spPr>
          <a:xfrm flipH="1" flipV="1">
            <a:off x="6920397" y="4681731"/>
            <a:ext cx="10107" cy="4461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0A9BBD00-BFDC-A471-34D5-0C54CA25654B}"/>
              </a:ext>
            </a:extLst>
          </p:cNvPr>
          <p:cNvCxnSpPr>
            <a:cxnSpLocks/>
          </p:cNvCxnSpPr>
          <p:nvPr/>
        </p:nvCxnSpPr>
        <p:spPr>
          <a:xfrm flipH="1" flipV="1">
            <a:off x="851649" y="5671245"/>
            <a:ext cx="10107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A3F5353-E214-25E9-84C6-F182058BF154}"/>
              </a:ext>
            </a:extLst>
          </p:cNvPr>
          <p:cNvCxnSpPr>
            <a:cxnSpLocks/>
          </p:cNvCxnSpPr>
          <p:nvPr/>
        </p:nvCxnSpPr>
        <p:spPr>
          <a:xfrm flipH="1" flipV="1">
            <a:off x="770923" y="4708758"/>
            <a:ext cx="10107" cy="3657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63B8DB1-034E-0742-742E-88930202E37D}"/>
              </a:ext>
            </a:extLst>
          </p:cNvPr>
          <p:cNvCxnSpPr>
            <a:cxnSpLocks/>
          </p:cNvCxnSpPr>
          <p:nvPr/>
        </p:nvCxnSpPr>
        <p:spPr>
          <a:xfrm flipV="1">
            <a:off x="1124013" y="2618381"/>
            <a:ext cx="0" cy="8477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72F00E90-8545-761B-46AB-2A5A725B81CD}"/>
              </a:ext>
            </a:extLst>
          </p:cNvPr>
          <p:cNvSpPr/>
          <p:nvPr/>
        </p:nvSpPr>
        <p:spPr>
          <a:xfrm>
            <a:off x="99056" y="1855252"/>
            <a:ext cx="1383556" cy="75473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Compare Order and Shipment data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76AD8EF-85EB-3940-8614-D663A0BF0D48}"/>
              </a:ext>
            </a:extLst>
          </p:cNvPr>
          <p:cNvCxnSpPr>
            <a:cxnSpLocks/>
          </p:cNvCxnSpPr>
          <p:nvPr/>
        </p:nvCxnSpPr>
        <p:spPr>
          <a:xfrm>
            <a:off x="-8389" y="403085"/>
            <a:ext cx="0" cy="6463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78F522E-3027-8094-4D05-F70DA9E5BABD}"/>
              </a:ext>
            </a:extLst>
          </p:cNvPr>
          <p:cNvCxnSpPr>
            <a:cxnSpLocks/>
          </p:cNvCxnSpPr>
          <p:nvPr/>
        </p:nvCxnSpPr>
        <p:spPr>
          <a:xfrm flipV="1">
            <a:off x="-23692" y="6858847"/>
            <a:ext cx="12232361" cy="2086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C59586F3-CC01-5386-90F0-3FD8E8137C55}"/>
              </a:ext>
            </a:extLst>
          </p:cNvPr>
          <p:cNvCxnSpPr>
            <a:cxnSpLocks/>
          </p:cNvCxnSpPr>
          <p:nvPr/>
        </p:nvCxnSpPr>
        <p:spPr>
          <a:xfrm>
            <a:off x="10622114" y="372021"/>
            <a:ext cx="0" cy="6463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568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93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PentaSol-18 Solutions</cp:lastModifiedBy>
  <cp:revision>3</cp:revision>
  <dcterms:created xsi:type="dcterms:W3CDTF">2023-06-02T04:09:25Z</dcterms:created>
  <dcterms:modified xsi:type="dcterms:W3CDTF">2024-03-21T06:04:59Z</dcterms:modified>
</cp:coreProperties>
</file>