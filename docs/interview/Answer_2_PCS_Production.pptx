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 PCS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Production Control System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9F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ระบบควบคุมการผลิตแบบครบวงจร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8F9F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Order → MRP → Purchase → Production → Shipment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1. ภาพรวมระบบ (Overview)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3A4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วัตถุประสงค์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บริหารจัดการการผลิตครบวงจร ตั้งแต่รับ Order → วางแผน MRP → ผลิต → จัดส่ง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3A4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ผู้ใช้งานหลัก 6 กลุ่ม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18288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ฝ่ายขาย (Sale)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รับ Order, ออก Invoice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ฝ่ายวางแผน (Planning)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MRP, Production Plan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ฝ่ายผลิต (Production)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Work Order, บันทึกผล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ฝ่ายจัดซื้อ (Purchase)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PR, PO, รับวัตถุดิบ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คลังสินค้า (Warehouse)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Stock IN/OUT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ฝ่ายจัดส่ง (Shipment)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Delivery, Tracking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43A4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ระยะเวลา: 10-12 เดือน  |  งบประมาณ: 8-15 ล้านบาท  |  วิธีการ: Agile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2. กระบวนการทำงาน (Workflow)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463040" cy="822960"/>
          </a:xfrm>
          <a:prstGeom prst="roundRect">
            <a:avLst/>
          </a:prstGeom>
          <a:solidFill>
            <a:srgbClr val="FFC10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34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Customer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Order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3736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43A40"/>
                </a:solidFill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920240" y="1097280"/>
            <a:ext cx="1463040" cy="822960"/>
          </a:xfrm>
          <a:prstGeom prst="roundRect">
            <a:avLst/>
          </a:prstGeom>
          <a:solidFill>
            <a:srgbClr val="FF9800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1234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Sale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Import PO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43A40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566160" y="1097280"/>
            <a:ext cx="1463040" cy="822960"/>
          </a:xfrm>
          <a:prstGeom prst="round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234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MRP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Planning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43A40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212080" y="1097280"/>
            <a:ext cx="1463040" cy="822960"/>
          </a:xfrm>
          <a:prstGeom prst="roundRect">
            <a:avLst/>
          </a:prstGeom>
          <a:solidFill>
            <a:srgbClr val="28A745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1234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Production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Work Order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43A40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858000" y="1097280"/>
            <a:ext cx="1463040" cy="822960"/>
          </a:xfrm>
          <a:prstGeom prst="roundRect">
            <a:avLst/>
          </a:prstGeom>
          <a:solidFill>
            <a:srgbClr val="6F42C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1234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Stock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Warehouse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2103120"/>
            <a:ext cx="1463040" cy="822960"/>
          </a:xfrm>
          <a:prstGeom prst="roundRect">
            <a:avLst/>
          </a:prstGeom>
          <a:solidFill>
            <a:srgbClr val="FD7E14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2240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Shipment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Delivery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66160" y="2286000"/>
            <a:ext cx="1463040" cy="640080"/>
          </a:xfrm>
          <a:prstGeom prst="roundRect">
            <a:avLst/>
          </a:prstGeom>
          <a:solidFill>
            <a:srgbClr val="DC3545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2331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Purchase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PR/PO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43A40"/>
                </a:solidFill>
              </a:rPr>
              <a:t>↓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00400"/>
          <a:ext cx="859536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67665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Phase 1 (Sales)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รับ Order, Import PO, Delivery Note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Phase 2 (MRP)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คำนวณความต้องการผลิต+วัตถุดิบ, สร้าง Work Order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Phase 3 (Purchase)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สร้าง PR/PO, รับวัตถุดิบ, Stock IN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Phase 4 (Production)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ผลิตตาม Work Order, บันทึกผ่าน Handy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Phase 5 (Shipment)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Stock OUT, Shipment Tag, Invoice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A74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3. โมดูลหลัก (Key Modules)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Module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ฟังก์ชันหลัก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1. Sales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Import Order, Delivery Note, Invoice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2. MRP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คำนวณความต้องการผลิต+วัตถุดิบอัตโนมัติ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3. Production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Production Plan, Work Order, Production Tag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4. Purchase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PR, PO, Receive Material จาก Supplier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5. Inventory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Stock IN/OUT, Warehouse, Barcode/QR Scan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6. Shipment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Delivery, Shipment Tag, Tracking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7. Dashboard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Real-time Status, KPI, Alert Notification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354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4. สิทธิ์การเข้าถึง (RBAC)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292608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Role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Sale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MRP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Prod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Purch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Stock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Ship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ฝ่ายขาย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✓C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-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วางแผน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✓C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✓C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ฝ่ายผลิต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✓C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✓U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-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จัดซื้อ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-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✓C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✓U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-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คลังสินค้า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✓C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✓U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จัดส่ง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-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○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-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✓U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✓C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ผู้บริหาร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✓A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✓A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✓A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✓A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✓A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✓A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43A4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✓C = Create  |  ✓U = Update  |  ✓A = Approve/All  |  ○ = Read-only  |  - = No access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F42C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5. สถาปัตยกรรมระบบ (Architecture)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502920"/>
          </a:xfrm>
          <a:prstGeom prst="round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Frontend (React + Handy Scanner)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502920"/>
          </a:xfrm>
          <a:prstGeom prst="roundRect">
            <a:avLst/>
          </a:prstGeom>
          <a:solidFill>
            <a:srgbClr val="17A2B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API Gateway (Auth, Logging)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502920"/>
          </a:xfrm>
          <a:prstGeom prst="roundRect">
            <a:avLst/>
          </a:prstGeom>
          <a:solidFill>
            <a:srgbClr val="28A74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Business Services (Sale | MRP | Production | Purchase | Stock | Shipment)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502920"/>
          </a:xfrm>
          <a:prstGeom prst="roundRect">
            <a:avLst/>
          </a:prstGeom>
          <a:solidFill>
            <a:srgbClr val="FD7E1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Database (PostgreSQL + Redis + S3)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502920"/>
          </a:xfrm>
          <a:prstGeom prst="roundRect">
            <a:avLst/>
          </a:prstGeom>
          <a:solidFill>
            <a:srgbClr val="6F42C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Integration (ERP | Accounting | Supplier Portal | Logistics)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97680" y="1371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3A40"/>
                </a:solidFill>
              </a:rPr>
              <a:t>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97680" y="2011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3A40"/>
                </a:solidFill>
              </a:rPr>
              <a:t>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97680" y="26517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3A40"/>
                </a:solidFill>
              </a:rPr>
              <a:t>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97680" y="3291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3A40"/>
                </a:solidFill>
              </a:rPr>
              <a:t>↓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D7E14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6. ความเสี่ยงและการจัดการ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2743200"/>
        </p:xfrm>
        <a:graphic>
          <a:graphicData uri="http://schemas.openxmlformats.org/drawingml/2006/table">
            <a:tbl>
              <a:tblPr/>
              <a:tblGrid>
                <a:gridCol w="3200400"/>
                <a:gridCol w="5394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ความเสี่ยง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7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การจัดการ (Mitigation)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7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MRP คำนวณไม่แม่นยำ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ปรับ Parameter จาก Historical Data, Review รายสัปดาห์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Production หยุดชะงัก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Offline Mode สำหรับ Handy, Auto-sync เมื่อ Online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Stock ไม่ตรงกับระบบ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Barcode/QR Scan ทุกการเคลื่อนไหว, Stock Count รายเดือน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Integration กับ ERP ล้มเหลว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API Testing, Parallel Run 2 เดือนก่อน Go-live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User ไม่คุ้นเคยระบบ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Training แยกตาม Role, Super User ประจำแผนก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A745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7. ปัจจัยความสำเร็จ &amp; KPIs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Success Factors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Real-time Visibility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ดูสถานะการผลิต, Stock, Order ได้ทันที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Accurate Planning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MRP แม่นยำ ลดการขาด/เกิน Stock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Traceability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ติดตามย้อนกลับได้ทุก Lot (Material → Product → Ship)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Efficiency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ลด Lead Time 20%, ลด Manual Entry 80%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KPIs (ตัวชี้วัด)</a:t>
            </a:r>
            <a:endParaRPr lang="en-US" sz="20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4572000" cy="13716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On-Time Delivery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&gt; 95%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MRP Accuracy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&gt; 90%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Stock Accuracy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&gt; 99%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Production Yield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&gt; 98%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Lead Time Reduction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20%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User Adoption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3A4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&gt; 95%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 PCS — Production Control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8F9F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Q &amp; A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PCS - Production Control System</dc:title>
  <dc:subject>ระบบควบคุมการผลิตแบบครบวงจร</dc:subject>
  <dc:creator>Peepo Oracle</dc:creator>
  <cp:lastModifiedBy>Peepo Oracle</cp:lastModifiedBy>
  <cp:revision>1</cp:revision>
  <dcterms:created xsi:type="dcterms:W3CDTF">2026-01-30T17:39:29Z</dcterms:created>
  <dcterms:modified xsi:type="dcterms:W3CDTF">2026-01-30T17:39:29Z</dcterms:modified>
</cp:coreProperties>
</file>